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 Structures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DF4"/>
                </a:solidFill>
              </a:rPr>
              <a:t>Lists  ·  Tuples  ·  Sets  ·  Dictionaries  ·  Comprehensions  ·  Slicing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DF4"/>
                </a:solidFill>
              </a:rPr>
              <a:t>Python for Data Science &amp; AI  |  Foundation Track  |  Training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4 Core Data Structures at a Glance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1920240" cy="10972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18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Ordered, mutable, allows duplicates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1920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22960"/>
            <a:ext cx="1920240" cy="10972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Tuple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2331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Ordered, immutable, allows duplicates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1920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22960"/>
            <a:ext cx="192024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Set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331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Unordered, mutable, no duplicates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822960"/>
            <a:ext cx="1920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822960"/>
            <a:ext cx="1920240" cy="10972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{k:v}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67512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Dict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2331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Key-value pairs, ordered (3.7+)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822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4080"/>
                </a:solidFill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Lists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DF4"/>
                </a:solidFill>
              </a:rPr>
              <a:t>Creation · Indexing · Slicing · Methods · Comprehensions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Python for Data Science &amp; AI  |  Module 1.2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Lists — Creation, Indexing &amp; Slicing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 'banana', 'cherry']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print(fruits[0])    # 'apple'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print(fruits[-1])   # 'cherry'   (last)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  [start:stop:step]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print(fruits[0:2])  # ['apple', 'banana']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print(fruits[::-1]) # reverse: ['cherry','banana','apple']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[[1,2],[3,4],[5,6]]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print(matrix[1][0])  #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1F5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579B"/>
                </a:solidFill>
              </a:rPr>
              <a:t>💡  Negative indices count from end. Slicing never raises IndexError — it just returns fewer items.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List Methods — Manipulation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[3, 1, 4, 1, 5, 9]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nums.append(2)      # add to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nums.insert(0, 0)   # insert at index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nums.remove(1)      # remove first occurrence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nums.pop()          # remove &amp; return last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         # in-place sort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nums.reverse()      # in-place reverse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Useful built-ins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print(len(nums))    # length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print(sum(nums))    # sum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print(sorted(nums)) # returns new sorted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print(nums.count(1))# count occurrences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1F5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579B"/>
                </a:solidFill>
              </a:rPr>
              <a:t>💡  append() is O(1), insert(0,...) is O(n). For fast prepend operations consider collections.deque.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List Comprehensions — Concise &amp; Powerful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comprehension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[x**2 for x in range(1, 6)]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4, 9, 16, 25]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condition (filter)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[x for x in range(10) if x % 2 == 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2, 4, 6, 8]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comprehension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= [x for row in [[1,2],[3,4]] for x in row]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transformation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['hello', 'world']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[w.upper() for w in words]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1F5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579B"/>
                </a:solidFill>
              </a:rPr>
              <a:t>💡  Comprehensions are ~30% faster than equivalent for-loops due to CPython optimizations.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822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4080"/>
                </a:solidFill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Tuples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DF4"/>
                </a:solidFill>
              </a:rPr>
              <a:t>Immutable sequences · Packing · Unpacking · Named Tuples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Python for Data Science &amp; AI  |  Module 1.2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Tuples — Immutability &amp; Use Cases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= (3, 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= (42,)        # trailing comma needed!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10, 20       # packing without parens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Unpacking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lat, *rest = (40.7, -74.0, 'NYC', 'USA')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Named tuple — readable tuple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namedtuple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= namedtuple('Point', ['x', 'y'])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Point(3, 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print(p.x, p.y)    # 3  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1F5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579B"/>
                </a:solidFill>
              </a:rPr>
              <a:t>💡  Tuples are hashable (can be dict keys / set elements). Use them for fixed data like coordinates, RGB.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822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4080"/>
                </a:solidFill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DF4"/>
                </a:solidFill>
              </a:rPr>
              <a:t>Unique elements · Set algebra · Membership testing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Python for Data Science &amp; AI  |  Module 1.2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Sets — Operations &amp; Set Algebra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3, 4}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5, 6}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operations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   # Union:        {1,2,3,4,5,6}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   # Intersection: {3,4}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- b)   # Difference:   {1,2}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^ b)   # Symmetric diff:{1,2,5,6}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Membership (O(1) lookup!)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print(3 in a)   # True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duplicates from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[1,2,2,3,3,4]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= list(set(nums))    # [1,2,3,4]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1F5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579B"/>
                </a:solidFill>
              </a:rPr>
              <a:t>💡  Set membership test is O(1) vs O(n) for lists — use sets for fast lookups on large data.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822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4080"/>
                </a:solidFill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Dictionaries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DF4"/>
                </a:solidFill>
              </a:rPr>
              <a:t>Key-value pairs · Methods · Comprehensions · Nested dicts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Python for Data Science &amp; AI  |  Module 1.2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Dictionaries — Creation &amp; Access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{'name': 'Alice', 'age': 21, 'gpa': 3.8}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print(student['name'])           # 'Alice'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print(student.get('grade', 'N/A')) # safe get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student['age'] = 22              #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student['city'] = 'Delhi'        # add new key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student['gpa']               # remove key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 in student.items():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print(f'{key}: {val}')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1F5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579B"/>
                </a:solidFill>
              </a:rPr>
              <a:t>💡  Always use .get() instead of [] when key might not exist — avoids KeyError.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Dict Comprehensions &amp; Advanced Patterns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comprehension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{x: x**2 for x in range(1, 6)}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{1:1, 2:4, 3:9, 4:16, 5:25}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with condition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 = {k:v for k,v in squares.items() if v &gt; 5}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dicts (Python 3.9+)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 = {'a': 1}; d2 = {'b': 2}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d1 | d2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defaultdict — auto-initialize keys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 = defaultdict(list)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dd['fruits'].append('apple')  # no KeyError!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1F5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579B"/>
                </a:solidFill>
              </a:rPr>
              <a:t>💡  collections.defaultdict and Counter are must-know dict subclasses for data processing tasks.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1.2 — Key Takeaways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29184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1371600"/>
                <a:gridCol w="3383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Sequences, stacks, queues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data, dict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items, set algebra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Key-value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Next: Module 1.3 — OOP in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PptxGenJS Presentation</dc:subject>
  <dc:creator>PptxGenJS</dc:creator>
  <cp:lastModifiedBy>PptxGenJS</cp:lastModifiedBy>
  <cp:revision>1</cp:revision>
  <dcterms:created xsi:type="dcterms:W3CDTF">2026-03-24T15:37:11Z</dcterms:created>
  <dcterms:modified xsi:type="dcterms:W3CDTF">2026-03-24T15:37:11Z</dcterms:modified>
</cp:coreProperties>
</file>