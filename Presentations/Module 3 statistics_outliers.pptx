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511" r:id="rId3"/>
    <p:sldId id="512" r:id="rId4"/>
    <p:sldId id="513" r:id="rId5"/>
    <p:sldId id="516" r:id="rId6"/>
    <p:sldId id="517" r:id="rId7"/>
    <p:sldId id="518" r:id="rId8"/>
    <p:sldId id="519" r:id="rId9"/>
    <p:sldId id="514" r:id="rId10"/>
    <p:sldId id="51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27062-298F-998E-B688-4FC5BB60B0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B7BACB-BD89-EAD2-427A-E36E1B2491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7B681-B9B7-C65A-9BEB-5088C135E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4849C-687F-45F9-9C8C-843E98429D40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F1E15-23E5-B244-003E-33B2EF523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64049-04F8-C4FC-2390-3A6D7997A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A938-1A00-4829-A83F-7D2123EA4C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031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88090-AAA9-BF7B-0641-0B08D90FC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FC26C-41EB-C494-7C3C-FC6C3A336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9A23D-F785-5621-FBE0-AFEFFE389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4849C-687F-45F9-9C8C-843E98429D40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E0630-3C32-AAE7-B62C-CE2111B99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27DDC-4E32-7A77-A9F7-A95FBA9A3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A938-1A00-4829-A83F-7D2123EA4C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738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8F5D0-77ED-6D16-34D6-A011660BE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F2EDE-3109-B8D2-0872-BF3942C93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16948-EA67-A202-204F-4F850B4A5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4849C-687F-45F9-9C8C-843E98429D40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02857-7B05-A191-9F40-643C2B4AC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20DDD-0C9F-56C1-74B1-A2CE2E078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A938-1A00-4829-A83F-7D2123EA4C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9593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859E9-53A6-6B4E-E2CB-DEBAEEEA1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02CEF-49DC-321C-B949-C39DD54458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D816B3-ED9E-2C56-C13A-B5AFE9E9F5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F253B3-4C8D-A4DB-88A8-B931070D6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4849C-687F-45F9-9C8C-843E98429D40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4D2D4C-5C9E-3355-799E-9834EF479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38F1E-D887-1D97-212E-129B925F7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A938-1A00-4829-A83F-7D2123EA4C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186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16B12-65AF-3DBD-B858-9B75DE785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E7EC22-F98D-A856-D46E-A4BE9E863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81D3FB-CF62-04F1-A512-99DFB53086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01375E-E43C-C8BB-FECE-5364F5FF4E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F0D42A-1841-ADCA-9166-F78678B474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176396-6A47-B7A9-20E3-DEDE0DBF7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4849C-687F-45F9-9C8C-843E98429D40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121E1A-7B8E-46DD-506A-9502E803F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0F2487-C4B5-64B4-6C08-F30365C53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A938-1A00-4829-A83F-7D2123EA4C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691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E9949-7280-1B64-6DC8-E52519C26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D73D22-DDD3-C1F9-5210-E1C2072CF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4849C-687F-45F9-9C8C-843E98429D40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C0039A-BD46-72DE-3997-469CE022B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FDF63-5E15-0A98-837A-2743A07B0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A938-1A00-4829-A83F-7D2123EA4C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623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5192FF-4DAF-D5B7-76DE-3FAC04982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4849C-687F-45F9-9C8C-843E98429D40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4B2660-6C6C-CDA1-1509-7FB28B160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32C6E-4B6D-CF41-C4DC-5505EA400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A938-1A00-4829-A83F-7D2123EA4C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957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C747A-48E0-CF24-78ED-85B5F9D6A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1A3E9-1FEB-27DC-E3FE-E6375FFF5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05BB93-D83F-AD85-F8AA-D312E897DD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610194-F494-A805-BB77-AC5EE46FB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4849C-687F-45F9-9C8C-843E98429D40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F575B1-5E34-BE91-2982-E5A4AA442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CBA6E-C8F0-2491-C35B-B7BEBBD62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A938-1A00-4829-A83F-7D2123EA4C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701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46B70-5E3F-4927-983A-7FFC3925C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C16700-A786-89AB-9D37-52B7F71146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98CB88-982D-E8F6-A181-3AAEDA77B6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9F3730-3385-7A11-B1D3-2A6817BD3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4849C-687F-45F9-9C8C-843E98429D40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A74D06-81DA-F770-BF2A-1C47F9C9B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BB5062-645F-08DF-0703-CE99FD722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A938-1A00-4829-A83F-7D2123EA4C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3433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560BD-744D-C220-0BC4-35D83D596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575B82-4CCD-758C-AE7C-43A84917D1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4EDB9-1913-3ED0-F339-8052C765A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4849C-687F-45F9-9C8C-843E98429D40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DEED4-DEF1-67DF-2CA9-63F81D455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91E0F-2AA6-78D1-BE89-B8C8E7DDD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A938-1A00-4829-A83F-7D2123EA4C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7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DB09F5-2DEC-6CAD-DA3E-B38A894282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3A0B73-B170-F2BC-39A7-0EC7F934D9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412E9-997D-D6DC-7C2B-867FEC3E6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4849C-687F-45F9-9C8C-843E98429D40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2629F-2AC9-8AA7-7316-3B6A000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D4A97-5D05-4F47-AB24-CA26675FF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A938-1A00-4829-A83F-7D2123EA4C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5444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" y="339509"/>
            <a:ext cx="12192000" cy="79260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F1FE28-12EC-4903-A460-E890754C1903}"/>
              </a:ext>
            </a:extLst>
          </p:cNvPr>
          <p:cNvSpPr/>
          <p:nvPr userDrawn="1"/>
        </p:nvSpPr>
        <p:spPr>
          <a:xfrm>
            <a:off x="323530" y="6357257"/>
            <a:ext cx="11868470" cy="3396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08DF3A5-76B0-4E36-B0C8-90B00A8736A3}"/>
              </a:ext>
            </a:extLst>
          </p:cNvPr>
          <p:cNvSpPr/>
          <p:nvPr userDrawn="1"/>
        </p:nvSpPr>
        <p:spPr>
          <a:xfrm>
            <a:off x="323530" y="6349287"/>
            <a:ext cx="565116" cy="347603"/>
          </a:xfrm>
          <a:custGeom>
            <a:avLst/>
            <a:gdLst>
              <a:gd name="connsiteX0" fmla="*/ 5086770 w 5086770"/>
              <a:gd name="connsiteY0" fmla="*/ 1174706 h 3128874"/>
              <a:gd name="connsiteX1" fmla="*/ 5086770 w 5086770"/>
              <a:gd name="connsiteY1" fmla="*/ 1184663 h 3128874"/>
              <a:gd name="connsiteX2" fmla="*/ 5079830 w 5086770"/>
              <a:gd name="connsiteY2" fmla="*/ 1185820 h 3128874"/>
              <a:gd name="connsiteX3" fmla="*/ 5078289 w 5086770"/>
              <a:gd name="connsiteY3" fmla="*/ 1182737 h 3128874"/>
              <a:gd name="connsiteX4" fmla="*/ 5078289 w 5086770"/>
              <a:gd name="connsiteY4" fmla="*/ 1179654 h 3128874"/>
              <a:gd name="connsiteX5" fmla="*/ 1690658 w 5086770"/>
              <a:gd name="connsiteY5" fmla="*/ 810655 h 3128874"/>
              <a:gd name="connsiteX6" fmla="*/ 1349061 w 5086770"/>
              <a:gd name="connsiteY6" fmla="*/ 1934928 h 3128874"/>
              <a:gd name="connsiteX7" fmla="*/ 2035854 w 5086770"/>
              <a:gd name="connsiteY7" fmla="*/ 1934928 h 3128874"/>
              <a:gd name="connsiteX8" fmla="*/ 3765314 w 5086770"/>
              <a:gd name="connsiteY8" fmla="*/ 0 h 3128874"/>
              <a:gd name="connsiteX9" fmla="*/ 4465138 w 5086770"/>
              <a:gd name="connsiteY9" fmla="*/ 0 h 3128874"/>
              <a:gd name="connsiteX10" fmla="*/ 4675955 w 5086770"/>
              <a:gd name="connsiteY10" fmla="*/ 0 h 3128874"/>
              <a:gd name="connsiteX11" fmla="*/ 4659036 w 5086770"/>
              <a:gd name="connsiteY11" fmla="*/ 34412 h 3128874"/>
              <a:gd name="connsiteX12" fmla="*/ 4651327 w 5086770"/>
              <a:gd name="connsiteY12" fmla="*/ 45203 h 3128874"/>
              <a:gd name="connsiteX13" fmla="*/ 4648245 w 5086770"/>
              <a:gd name="connsiteY13" fmla="*/ 51368 h 3128874"/>
              <a:gd name="connsiteX14" fmla="*/ 4483319 w 5086770"/>
              <a:gd name="connsiteY14" fmla="*/ 361184 h 3128874"/>
              <a:gd name="connsiteX15" fmla="*/ 4480236 w 5086770"/>
              <a:gd name="connsiteY15" fmla="*/ 373515 h 3128874"/>
              <a:gd name="connsiteX16" fmla="*/ 4474071 w 5086770"/>
              <a:gd name="connsiteY16" fmla="*/ 398176 h 3128874"/>
              <a:gd name="connsiteX17" fmla="*/ 4450950 w 5086770"/>
              <a:gd name="connsiteY17" fmla="*/ 498367 h 3128874"/>
              <a:gd name="connsiteX18" fmla="*/ 4440161 w 5086770"/>
              <a:gd name="connsiteY18" fmla="*/ 527652 h 3128874"/>
              <a:gd name="connsiteX19" fmla="*/ 4441700 w 5086770"/>
              <a:gd name="connsiteY19" fmla="*/ 539983 h 3128874"/>
              <a:gd name="connsiteX20" fmla="*/ 4437078 w 5086770"/>
              <a:gd name="connsiteY20" fmla="*/ 561562 h 3128874"/>
              <a:gd name="connsiteX21" fmla="*/ 4433995 w 5086770"/>
              <a:gd name="connsiteY21" fmla="*/ 576976 h 3128874"/>
              <a:gd name="connsiteX22" fmla="*/ 4433994 w 5086770"/>
              <a:gd name="connsiteY22" fmla="*/ 578519 h 3128874"/>
              <a:gd name="connsiteX23" fmla="*/ 4413956 w 5086770"/>
              <a:gd name="connsiteY23" fmla="*/ 797393 h 3128874"/>
              <a:gd name="connsiteX24" fmla="*/ 4438619 w 5086770"/>
              <a:gd name="connsiteY24" fmla="*/ 996230 h 3128874"/>
              <a:gd name="connsiteX25" fmla="*/ 4433995 w 5086770"/>
              <a:gd name="connsiteY25" fmla="*/ 1016268 h 3128874"/>
              <a:gd name="connsiteX26" fmla="*/ 4435536 w 5086770"/>
              <a:gd name="connsiteY26" fmla="*/ 1025517 h 3128874"/>
              <a:gd name="connsiteX27" fmla="*/ 4437078 w 5086770"/>
              <a:gd name="connsiteY27" fmla="*/ 1027057 h 3128874"/>
              <a:gd name="connsiteX28" fmla="*/ 4432452 w 5086770"/>
              <a:gd name="connsiteY28" fmla="*/ 1048636 h 3128874"/>
              <a:gd name="connsiteX29" fmla="*/ 4413956 w 5086770"/>
              <a:gd name="connsiteY29" fmla="*/ 1085630 h 3128874"/>
              <a:gd name="connsiteX30" fmla="*/ 4196623 w 5086770"/>
              <a:gd name="connsiteY30" fmla="*/ 1389280 h 3128874"/>
              <a:gd name="connsiteX31" fmla="*/ 4085645 w 5086770"/>
              <a:gd name="connsiteY31" fmla="*/ 1597365 h 3128874"/>
              <a:gd name="connsiteX32" fmla="*/ 4216661 w 5086770"/>
              <a:gd name="connsiteY32" fmla="*/ 1697556 h 3128874"/>
              <a:gd name="connsiteX33" fmla="*/ 4250571 w 5086770"/>
              <a:gd name="connsiteY33" fmla="*/ 1811617 h 3128874"/>
              <a:gd name="connsiteX34" fmla="*/ 4173502 w 5086770"/>
              <a:gd name="connsiteY34" fmla="*/ 1888685 h 3128874"/>
              <a:gd name="connsiteX35" fmla="*/ 4213578 w 5086770"/>
              <a:gd name="connsiteY35" fmla="*/ 2022784 h 3128874"/>
              <a:gd name="connsiteX36" fmla="*/ 4347678 w 5086770"/>
              <a:gd name="connsiteY36" fmla="*/ 2090605 h 3128874"/>
              <a:gd name="connsiteX37" fmla="*/ 4233616 w 5086770"/>
              <a:gd name="connsiteY37" fmla="*/ 2138388 h 3128874"/>
              <a:gd name="connsiteX38" fmla="*/ 4227451 w 5086770"/>
              <a:gd name="connsiteY38" fmla="*/ 2258616 h 3128874"/>
              <a:gd name="connsiteX39" fmla="*/ 4350761 w 5086770"/>
              <a:gd name="connsiteY39" fmla="*/ 2320270 h 3128874"/>
              <a:gd name="connsiteX40" fmla="*/ 4333805 w 5086770"/>
              <a:gd name="connsiteY40" fmla="*/ 2462077 h 3128874"/>
              <a:gd name="connsiteX41" fmla="*/ 4467905 w 5086770"/>
              <a:gd name="connsiteY41" fmla="*/ 2719486 h 3128874"/>
              <a:gd name="connsiteX42" fmla="*/ 4800655 w 5086770"/>
              <a:gd name="connsiteY42" fmla="*/ 2748491 h 3128874"/>
              <a:gd name="connsiteX43" fmla="*/ 4838191 w 5086770"/>
              <a:gd name="connsiteY43" fmla="*/ 2744074 h 3128874"/>
              <a:gd name="connsiteX44" fmla="*/ 4863823 w 5086770"/>
              <a:gd name="connsiteY44" fmla="*/ 2765476 h 3128874"/>
              <a:gd name="connsiteX45" fmla="*/ 4934321 w 5086770"/>
              <a:gd name="connsiteY45" fmla="*/ 2911083 h 3128874"/>
              <a:gd name="connsiteX46" fmla="*/ 4964162 w 5086770"/>
              <a:gd name="connsiteY46" fmla="*/ 3074402 h 3128874"/>
              <a:gd name="connsiteX47" fmla="*/ 4967647 w 5086770"/>
              <a:gd name="connsiteY47" fmla="*/ 3128874 h 3128874"/>
              <a:gd name="connsiteX48" fmla="*/ 4465138 w 5086770"/>
              <a:gd name="connsiteY48" fmla="*/ 3128874 h 3128874"/>
              <a:gd name="connsiteX49" fmla="*/ 4465138 w 5086770"/>
              <a:gd name="connsiteY49" fmla="*/ 3127460 h 3128874"/>
              <a:gd name="connsiteX50" fmla="*/ 3765314 w 5086770"/>
              <a:gd name="connsiteY50" fmla="*/ 3127460 h 3128874"/>
              <a:gd name="connsiteX51" fmla="*/ 1175459 w 5086770"/>
              <a:gd name="connsiteY51" fmla="*/ 0 h 3128874"/>
              <a:gd name="connsiteX52" fmla="*/ 2229594 w 5086770"/>
              <a:gd name="connsiteY52" fmla="*/ 0 h 3128874"/>
              <a:gd name="connsiteX53" fmla="*/ 3404781 w 5086770"/>
              <a:gd name="connsiteY53" fmla="*/ 3127460 h 3128874"/>
              <a:gd name="connsiteX54" fmla="*/ 2392789 w 5086770"/>
              <a:gd name="connsiteY54" fmla="*/ 3127460 h 3128874"/>
              <a:gd name="connsiteX55" fmla="*/ 2236317 w 5086770"/>
              <a:gd name="connsiteY55" fmla="*/ 2611186 h 3128874"/>
              <a:gd name="connsiteX56" fmla="*/ 1139165 w 5086770"/>
              <a:gd name="connsiteY56" fmla="*/ 2611186 h 3128874"/>
              <a:gd name="connsiteX57" fmla="*/ 986721 w 5086770"/>
              <a:gd name="connsiteY57" fmla="*/ 3127460 h 3128874"/>
              <a:gd name="connsiteX58" fmla="*/ 0 w 5086770"/>
              <a:gd name="connsiteY58" fmla="*/ 3127460 h 3128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5086770" h="3128874">
                <a:moveTo>
                  <a:pt x="5086770" y="1174706"/>
                </a:moveTo>
                <a:lnTo>
                  <a:pt x="5086770" y="1184663"/>
                </a:lnTo>
                <a:lnTo>
                  <a:pt x="5079830" y="1185820"/>
                </a:lnTo>
                <a:cubicBezTo>
                  <a:pt x="5079829" y="1184277"/>
                  <a:pt x="5078289" y="1184277"/>
                  <a:pt x="5078289" y="1182737"/>
                </a:cubicBezTo>
                <a:lnTo>
                  <a:pt x="5078289" y="1179654"/>
                </a:lnTo>
                <a:close/>
                <a:moveTo>
                  <a:pt x="1690658" y="810655"/>
                </a:moveTo>
                <a:lnTo>
                  <a:pt x="1349061" y="1934928"/>
                </a:lnTo>
                <a:lnTo>
                  <a:pt x="2035854" y="1934928"/>
                </a:lnTo>
                <a:close/>
                <a:moveTo>
                  <a:pt x="3765314" y="0"/>
                </a:moveTo>
                <a:lnTo>
                  <a:pt x="4465138" y="0"/>
                </a:lnTo>
                <a:lnTo>
                  <a:pt x="4675955" y="0"/>
                </a:lnTo>
                <a:lnTo>
                  <a:pt x="4659036" y="34412"/>
                </a:lnTo>
                <a:cubicBezTo>
                  <a:pt x="4655952" y="37496"/>
                  <a:pt x="4652870" y="40578"/>
                  <a:pt x="4651327" y="45203"/>
                </a:cubicBezTo>
                <a:cubicBezTo>
                  <a:pt x="4649787" y="48285"/>
                  <a:pt x="4649788" y="49827"/>
                  <a:pt x="4648245" y="51368"/>
                </a:cubicBezTo>
                <a:cubicBezTo>
                  <a:pt x="4632831" y="72947"/>
                  <a:pt x="4528018" y="224002"/>
                  <a:pt x="4483319" y="361184"/>
                </a:cubicBezTo>
                <a:cubicBezTo>
                  <a:pt x="4481777" y="365808"/>
                  <a:pt x="4480236" y="368891"/>
                  <a:pt x="4480236" y="373515"/>
                </a:cubicBezTo>
                <a:cubicBezTo>
                  <a:pt x="4478694" y="381223"/>
                  <a:pt x="4475612" y="390471"/>
                  <a:pt x="4474071" y="398176"/>
                </a:cubicBezTo>
                <a:cubicBezTo>
                  <a:pt x="4466362" y="432087"/>
                  <a:pt x="4458657" y="465997"/>
                  <a:pt x="4450950" y="498367"/>
                </a:cubicBezTo>
                <a:cubicBezTo>
                  <a:pt x="4444783" y="506073"/>
                  <a:pt x="4440160" y="516863"/>
                  <a:pt x="4440161" y="527652"/>
                </a:cubicBezTo>
                <a:cubicBezTo>
                  <a:pt x="4440160" y="532277"/>
                  <a:pt x="4440160" y="535360"/>
                  <a:pt x="4441700" y="539983"/>
                </a:cubicBezTo>
                <a:cubicBezTo>
                  <a:pt x="4440161" y="547691"/>
                  <a:pt x="4438618" y="555397"/>
                  <a:pt x="4437078" y="561562"/>
                </a:cubicBezTo>
                <a:cubicBezTo>
                  <a:pt x="4435535" y="566187"/>
                  <a:pt x="4433995" y="570810"/>
                  <a:pt x="4433995" y="576976"/>
                </a:cubicBezTo>
                <a:cubicBezTo>
                  <a:pt x="4433995" y="576976"/>
                  <a:pt x="4433994" y="578519"/>
                  <a:pt x="4433994" y="578519"/>
                </a:cubicBezTo>
                <a:cubicBezTo>
                  <a:pt x="4417039" y="674083"/>
                  <a:pt x="4407790" y="755776"/>
                  <a:pt x="4413956" y="797393"/>
                </a:cubicBezTo>
                <a:cubicBezTo>
                  <a:pt x="4421664" y="846717"/>
                  <a:pt x="4440160" y="929951"/>
                  <a:pt x="4438619" y="996230"/>
                </a:cubicBezTo>
                <a:cubicBezTo>
                  <a:pt x="4435535" y="1002395"/>
                  <a:pt x="4433995" y="1008560"/>
                  <a:pt x="4433995" y="1016268"/>
                </a:cubicBezTo>
                <a:cubicBezTo>
                  <a:pt x="4433995" y="1019351"/>
                  <a:pt x="4435536" y="1022434"/>
                  <a:pt x="4435536" y="1025517"/>
                </a:cubicBezTo>
                <a:cubicBezTo>
                  <a:pt x="4435536" y="1025517"/>
                  <a:pt x="4435535" y="1027057"/>
                  <a:pt x="4437078" y="1027057"/>
                </a:cubicBezTo>
                <a:cubicBezTo>
                  <a:pt x="4435536" y="1034764"/>
                  <a:pt x="4433994" y="1042471"/>
                  <a:pt x="4432452" y="1048636"/>
                </a:cubicBezTo>
                <a:lnTo>
                  <a:pt x="4413956" y="1085630"/>
                </a:lnTo>
                <a:cubicBezTo>
                  <a:pt x="4369257" y="1164240"/>
                  <a:pt x="4258278" y="1339957"/>
                  <a:pt x="4196623" y="1389280"/>
                </a:cubicBezTo>
                <a:cubicBezTo>
                  <a:pt x="4128802" y="1441687"/>
                  <a:pt x="4062523" y="1538793"/>
                  <a:pt x="4085645" y="1597365"/>
                </a:cubicBezTo>
                <a:cubicBezTo>
                  <a:pt x="4119555" y="1660562"/>
                  <a:pt x="4181210" y="1688307"/>
                  <a:pt x="4216661" y="1697556"/>
                </a:cubicBezTo>
                <a:cubicBezTo>
                  <a:pt x="4252112" y="1706804"/>
                  <a:pt x="4275233" y="1779247"/>
                  <a:pt x="4250571" y="1811617"/>
                </a:cubicBezTo>
                <a:cubicBezTo>
                  <a:pt x="4225909" y="1843985"/>
                  <a:pt x="4187375" y="1853233"/>
                  <a:pt x="4173502" y="1888685"/>
                </a:cubicBezTo>
                <a:cubicBezTo>
                  <a:pt x="4159630" y="1924137"/>
                  <a:pt x="4153465" y="1998123"/>
                  <a:pt x="4213578" y="2022784"/>
                </a:cubicBezTo>
                <a:cubicBezTo>
                  <a:pt x="4259818" y="2041281"/>
                  <a:pt x="4349219" y="2081356"/>
                  <a:pt x="4347678" y="2090605"/>
                </a:cubicBezTo>
                <a:cubicBezTo>
                  <a:pt x="4346136" y="2099853"/>
                  <a:pt x="4250570" y="2107561"/>
                  <a:pt x="4233616" y="2138388"/>
                </a:cubicBezTo>
                <a:cubicBezTo>
                  <a:pt x="4216660" y="2169216"/>
                  <a:pt x="4204330" y="2220080"/>
                  <a:pt x="4227451" y="2258616"/>
                </a:cubicBezTo>
                <a:cubicBezTo>
                  <a:pt x="4250571" y="2297149"/>
                  <a:pt x="4332264" y="2292526"/>
                  <a:pt x="4350761" y="2320270"/>
                </a:cubicBezTo>
                <a:cubicBezTo>
                  <a:pt x="4381588" y="2371135"/>
                  <a:pt x="4358466" y="2378843"/>
                  <a:pt x="4333805" y="2462077"/>
                </a:cubicBezTo>
                <a:cubicBezTo>
                  <a:pt x="4306060" y="2551476"/>
                  <a:pt x="4302977" y="2650125"/>
                  <a:pt x="4467905" y="2719486"/>
                </a:cubicBezTo>
                <a:cubicBezTo>
                  <a:pt x="4562314" y="2758983"/>
                  <a:pt x="4694054" y="2758743"/>
                  <a:pt x="4800655" y="2748491"/>
                </a:cubicBezTo>
                <a:lnTo>
                  <a:pt x="4838191" y="2744074"/>
                </a:lnTo>
                <a:lnTo>
                  <a:pt x="4863823" y="2765476"/>
                </a:lnTo>
                <a:cubicBezTo>
                  <a:pt x="4895578" y="2799449"/>
                  <a:pt x="4917344" y="2847230"/>
                  <a:pt x="4934321" y="2911083"/>
                </a:cubicBezTo>
                <a:cubicBezTo>
                  <a:pt x="4945640" y="2953651"/>
                  <a:pt x="4957371" y="3013267"/>
                  <a:pt x="4964162" y="3074402"/>
                </a:cubicBezTo>
                <a:lnTo>
                  <a:pt x="4967647" y="3128874"/>
                </a:lnTo>
                <a:lnTo>
                  <a:pt x="4465138" y="3128874"/>
                </a:lnTo>
                <a:lnTo>
                  <a:pt x="4465138" y="3127460"/>
                </a:lnTo>
                <a:lnTo>
                  <a:pt x="3765314" y="3127460"/>
                </a:lnTo>
                <a:close/>
                <a:moveTo>
                  <a:pt x="1175459" y="0"/>
                </a:moveTo>
                <a:lnTo>
                  <a:pt x="2229594" y="0"/>
                </a:lnTo>
                <a:lnTo>
                  <a:pt x="3404781" y="3127460"/>
                </a:lnTo>
                <a:lnTo>
                  <a:pt x="2392789" y="3127460"/>
                </a:lnTo>
                <a:lnTo>
                  <a:pt x="2236317" y="2611186"/>
                </a:lnTo>
                <a:lnTo>
                  <a:pt x="1139165" y="2611186"/>
                </a:lnTo>
                <a:lnTo>
                  <a:pt x="986721" y="3127460"/>
                </a:lnTo>
                <a:lnTo>
                  <a:pt x="0" y="3127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237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9F283F-75DA-9126-ECE7-1974B2FC0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16F49-8BA3-5915-B405-3395A7A37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A0013-10DF-31D3-DA01-376D8B2C46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54849C-687F-45F9-9C8C-843E98429D40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E80F8-FB29-4192-9F8D-6724FB05D0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1F9B9-5B2A-B52F-E11A-576B64C4D4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5EA938-1A00-4829-A83F-7D2123EA4C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985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245BD-9DA2-FC48-8D77-C458F69478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E6F3E7-6C29-A83D-B352-4E1DDDDEFF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8009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/>
          <p:cNvSpPr txBox="1">
            <a:spLocks/>
          </p:cNvSpPr>
          <p:nvPr/>
        </p:nvSpPr>
        <p:spPr>
          <a:xfrm>
            <a:off x="0" y="2113445"/>
            <a:ext cx="12070080" cy="1727035"/>
          </a:xfrm>
          <a:prstGeom prst="rect">
            <a:avLst/>
          </a:prstGeom>
        </p:spPr>
        <p:txBody>
          <a:bodyPr anchor="ctr"/>
          <a:lstStyle>
            <a:lvl1pPr marL="0" indent="0" algn="ctr" defTabSz="914423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18" indent="-228605" algn="l" defTabSz="91442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28" indent="-228605" algn="l" defTabSz="91442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40" indent="-228605" algn="l" defTabSz="91442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52" indent="-228605" algn="l" defTabSz="91442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63" indent="-228605" algn="l" defTabSz="91442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75" indent="-228605" algn="l" defTabSz="91442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85" indent="-228605" algn="l" defTabSz="91442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98" indent="-228605" algn="l" defTabSz="91442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Outlier detection</a:t>
            </a:r>
          </a:p>
        </p:txBody>
      </p:sp>
    </p:spTree>
    <p:extLst>
      <p:ext uri="{BB962C8B-B14F-4D97-AF65-F5344CB8AC3E}">
        <p14:creationId xmlns:p14="http://schemas.microsoft.com/office/powerpoint/2010/main" val="3413782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080" y="298578"/>
            <a:ext cx="10488677" cy="6030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429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106" y="457199"/>
            <a:ext cx="5098411" cy="5636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44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613"/>
            <a:ext cx="12096592" cy="59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12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-1" y="0"/>
            <a:ext cx="12192000" cy="792605"/>
          </a:xfrm>
        </p:spPr>
        <p:txBody>
          <a:bodyPr/>
          <a:lstStyle/>
          <a:p>
            <a:pPr algn="l"/>
            <a:r>
              <a:rPr lang="en-US" sz="4400" dirty="0"/>
              <a:t>Z-Score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67" y="997618"/>
            <a:ext cx="9594411" cy="4900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79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-2468880"/>
            <a:ext cx="12192000" cy="792605"/>
          </a:xfrm>
        </p:spPr>
        <p:txBody>
          <a:bodyPr/>
          <a:lstStyle/>
          <a:p>
            <a:pPr algn="l"/>
            <a:r>
              <a:rPr lang="en-US" sz="4400" dirty="0"/>
              <a:t>Z-Score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070" y="586493"/>
            <a:ext cx="10351441" cy="5685013"/>
          </a:xfrm>
          <a:prstGeom prst="rect">
            <a:avLst/>
          </a:prstGeom>
        </p:spPr>
      </p:pic>
      <p:sp>
        <p:nvSpPr>
          <p:cNvPr id="7" name="Text Placeholder 1"/>
          <p:cNvSpPr txBox="1">
            <a:spLocks/>
          </p:cNvSpPr>
          <p:nvPr/>
        </p:nvSpPr>
        <p:spPr>
          <a:xfrm>
            <a:off x="-1" y="0"/>
            <a:ext cx="12192000" cy="792605"/>
          </a:xfrm>
          <a:prstGeom prst="rect">
            <a:avLst/>
          </a:prstGeom>
        </p:spPr>
        <p:txBody>
          <a:bodyPr anchor="ctr"/>
          <a:lstStyle>
            <a:lvl1pPr marL="0" indent="0" algn="ctr" defTabSz="914423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18" indent="-228605" algn="l" defTabSz="91442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28" indent="-228605" algn="l" defTabSz="91442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40" indent="-228605" algn="l" defTabSz="91442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52" indent="-228605" algn="l" defTabSz="91442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63" indent="-228605" algn="l" defTabSz="91442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75" indent="-228605" algn="l" defTabSz="91442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85" indent="-228605" algn="l" defTabSz="91442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98" indent="-228605" algn="l" defTabSz="91442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4400"/>
              <a:t>Z-Score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043456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73737" y="357797"/>
            <a:ext cx="12192000" cy="79260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dirty="0"/>
              <a:t>Box Plot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62" y="1911286"/>
            <a:ext cx="5781675" cy="29622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340" y="1412176"/>
            <a:ext cx="5286375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059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EFF"/>
              </a:clrFrom>
              <a:clrTo>
                <a:srgbClr val="FFFE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2104" y="571943"/>
            <a:ext cx="10098976" cy="5577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918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688" y="616340"/>
            <a:ext cx="8247888" cy="555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597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</Words>
  <Application>Microsoft Office PowerPoint</Application>
  <PresentationFormat>Widescreen</PresentationFormat>
  <Paragraphs>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surya tej</dc:creator>
  <cp:lastModifiedBy>surya tej</cp:lastModifiedBy>
  <cp:revision>1</cp:revision>
  <dcterms:created xsi:type="dcterms:W3CDTF">2026-04-29T15:36:47Z</dcterms:created>
  <dcterms:modified xsi:type="dcterms:W3CDTF">2026-04-29T15:38:13Z</dcterms:modified>
</cp:coreProperties>
</file>