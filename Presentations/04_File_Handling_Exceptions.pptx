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1.4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File Handling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Exceptions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</a:rPr>
              <a:t>Reading/Writing Files  ·  CSV/JSON  ·  try-except-finally  ·  Custom Exceptions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Python for Data Science &amp; AI  |  Foundation Track  |  Training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4A7A"/>
                </a:solidFill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File Handling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</a:rPr>
              <a:t>open(), read/write modes, with statement, pathlib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Python for Data Science &amp; AI  |  Module 1.4 — File Handling &amp;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File Operations — open() Modes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modes: r(read), w(write), a(append), x(create)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use 'with' — auto-closes the file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Writing to a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open('notes.txt', 'w')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f.write('Hello, World!\n')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f.writelines(['Line 2\n', 'Line 3\n'])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Reading from a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open('notes.txt', 'r')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       # entire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f.readlines()    # list of lines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 iterate line by line (memory-efficient)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 print(line.strip())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💡  Always use 'with open()' — it guarantees file closure even if an error occurs inside the block.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CSV &amp; JSON — Parsing Real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csv, json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open('data.csv', 'r')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         # row is a dict!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print(row['name'], row['age'])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open('out.csv', 'w', newline='')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csv.DictWriter(f, fieldnames=['name','age'])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writer.writeheader()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writer.writerow({'name':'Alice','age':21})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read/write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json.loads('{"x": 1}')   # str → 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json_str = json.dumps(data, indent=2)  # dict → str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💡  Use csv.DictReader for header-based access. For large CSV files, use pandas — much more efficient.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4A7A"/>
                </a:solidFill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Exception Handling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</a:rPr>
              <a:t>try, except, else, finally, raise, exception hierarchy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Python for Data Science &amp; AI  |  Module 1.4 — File Handling &amp;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try-except-else-finally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 = int(input('Enter number: '))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100 / num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print('Not a valid number!')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print('Cannot divide by zero!')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    # catch-all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print(f'Unexpected error: {e}')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       # runs if NO exception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print(f'Result: {result}')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                  # ALWAYS runs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print('Done!')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💡  else block runs only when no exception occurred. finally always runs — use it for cleanup (close DB, etc).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 Exceptions &amp; raise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custom exception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InsufficientFundsError(Exception):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balance,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self.amount = amount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super().__init__(f'Need {amount}, have {balance}')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balance): self.balance = 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self.balance: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InsufficientFundsError(self.balance, amount)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-= amount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BankAccount(100).withdraw(200)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InsufficientFundsError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print(e)   # Need 200, have 100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💡  Inherit from Exception (not BaseException). Use custom exceptions for domain-specific error messages.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Python Exception Hierarchy — Key Exceptions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0" y="822960"/>
            <a:ext cx="1645920" cy="411480"/>
          </a:xfrm>
          <a:prstGeom prst="rect">
            <a:avLst/>
          </a:prstGeom>
          <a:solidFill>
            <a:srgbClr val="1A4A7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822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BaseException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0" y="1508760"/>
            <a:ext cx="1645920" cy="4114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1508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Exception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645920" cy="41148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ValueError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286000"/>
            <a:ext cx="1645920" cy="41148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TypeError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0" y="2286000"/>
            <a:ext cx="1645920" cy="41148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286000"/>
            <a:ext cx="1645920" cy="41148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IndexError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0" y="2286000"/>
            <a:ext cx="1645920" cy="411480"/>
          </a:xfrm>
          <a:prstGeom prst="rect">
            <a:avLst/>
          </a:prstGeom>
          <a:solidFill>
            <a:srgbClr val="B795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ZeroDivisionError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645920" cy="411480"/>
          </a:xfrm>
          <a:prstGeom prst="rect">
            <a:avLst/>
          </a:prstGeom>
          <a:solidFill>
            <a:srgbClr val="922B2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IOError/OSError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645920" cy="411480"/>
          </a:xfrm>
          <a:prstGeom prst="rect">
            <a:avLst/>
          </a:prstGeom>
          <a:solidFill>
            <a:srgbClr val="922B2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023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FileNotFoundError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0" y="4023360"/>
            <a:ext cx="1645920" cy="411480"/>
          </a:xfrm>
          <a:prstGeom prst="rect">
            <a:avLst/>
          </a:prstGeom>
          <a:solidFill>
            <a:srgbClr val="922B2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77440" y="4023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PermissionError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3200400"/>
            <a:ext cx="1645920" cy="41148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AttributeError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3200400"/>
            <a:ext cx="1645920" cy="411480"/>
          </a:xfrm>
          <a:prstGeom prst="rect">
            <a:avLst/>
          </a:prstGeom>
          <a:solidFill>
            <a:srgbClr val="6C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ImportError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3557"/>
                </a:solidFill>
              </a:rPr>
              <a:t>Most user-defined exceptions inherit from Exception. Never catch BaseException — it includes SystemExit &amp; KeyboardInterrupt.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64008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4A7A"/>
                </a:solidFill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Context Managers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</a:rPr>
              <a:t>with statement, __enter__/__exit__, contextlib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Python for Data Science &amp; AI  |  Module 1.4 — File Handling &amp;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 Context Manager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class-based context manager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FileManager: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filename, mode):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self.filename = filename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 = mode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__enter__(self):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self.file = open(self.filename, self.mode)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self.file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__exit__(self, exc_type, exc_val, tb):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self.file.close()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  # don't suppress exceptions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FileManager('test.txt', 'w')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f.write('Hello!')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💡  contextlib.contextmanager decorator lets you write context managers as simple generator functions.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1.4 —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65960" cy="39319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96596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File Handling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Always use with open()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Use 'r', 'w', 'a', 'rb', 'wb' modes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Encode: utf-8 for text files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1965960" cy="39319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68680"/>
            <a:ext cx="196596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CSV / 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05740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csv.DictReader for header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json.load() from file, .loads() from str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json.dump() with indent=2 for pretty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65960" cy="39319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68680"/>
            <a:ext cx="196596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Exceptions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05740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try → except → else → finally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Catch specific exceptions first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raise to re-throw exceptions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868680"/>
            <a:ext cx="1965960" cy="39319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868680"/>
            <a:ext cx="196596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Custom Exceptions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057400"/>
            <a:ext cx="1783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Inherit from Exception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Add meaningful __init__ msg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</a:rPr>
              <a:t>Group related exceptions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Next: Module 1.5 — Python Ecosystem &amp; Google Colab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2026-03-24T15:39:31Z</dcterms:created>
  <dcterms:modified xsi:type="dcterms:W3CDTF">2026-03-24T15:39:31Z</dcterms:modified>
</cp:coreProperties>
</file>