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3B1010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3B1010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1.6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Functional Python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</a:rPr>
              <a:t>Lambda  ·  map  ·  filter  ·  reduce  ·  Closures  ·  Decorators  ·  Generators  ·  Itertools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B91"/>
                </a:solidFill>
              </a:rPr>
              <a:t>Python for Data Science &amp; AI  |  Foundation Track  |  Training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is Functional Programming?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010"/>
                </a:solidFill>
              </a:rPr>
              <a:t>Key Principles of Functional Python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91440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89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010"/>
                </a:solidFill>
              </a:rPr>
              <a:t>🔧  Pure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1010"/>
                </a:solidFill>
              </a:rPr>
              <a:t>Same input always gives same output. No side effects on external state.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91440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89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010"/>
                </a:solidFill>
              </a:rPr>
              <a:t>📦  Immutability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1010"/>
                </a:solidFill>
              </a:rPr>
              <a:t>Prefer immutable data. Don't modify data in-place — return new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42032"/>
            <a:ext cx="91440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010"/>
                </a:solidFill>
              </a:rPr>
              <a:t>🔗  First-Class Functions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0449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1010"/>
                </a:solidFill>
              </a:rPr>
              <a:t>Functions are objects — pass them as arguments, return them, store in variables.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42032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42032"/>
            <a:ext cx="91440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010"/>
                </a:solidFill>
              </a:rPr>
              <a:t>🔄  Higher-Order Functions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0449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1010"/>
                </a:solidFill>
              </a:rPr>
              <a:t>Functions that accept or return other functions: map, filter, reduce, sorted.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03904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03904"/>
            <a:ext cx="91440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010"/>
                </a:solidFill>
              </a:rPr>
              <a:t>💤  Lazy Evaluation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3068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1010"/>
                </a:solidFill>
              </a:rPr>
              <a:t>Generators produce values on demand — efficient for large/infinite sequences.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803904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803904"/>
            <a:ext cx="91440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010"/>
                </a:solidFill>
              </a:rPr>
              <a:t>🎯  Function Composition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3068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1010"/>
                </a:solidFill>
              </a:rPr>
              <a:t>Build complex behavior by combining small, single-purpose functions.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3B1010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7B1010"/>
                </a:solidFill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Lambda Functions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CBC"/>
                </a:solidFill>
              </a:rPr>
              <a:t>Anonymous single-expression functions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B91"/>
                </a:solidFill>
              </a:rPr>
              <a:t>Python for Data Science &amp; AI  |  Module 1.6 — Functional Python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Lambda — Anonymous Functions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Regular function vs lambda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 return x **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square_lambda = lambda x: x ** 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Multi-argument lambda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= lambda x, y: x + 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print(add(3, 4))    # 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in sorting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[('Alice',85), ('Bob',92), ('Carl',78)]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students.sort(key=lambda s: s[1])  # sort by grade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with conditional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= lambda x: 'positive' if x &gt; 0 else 'negative'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print(classify(-5))  # negative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Lambdas are for simple, short functions. For anything complex, use a regular def — it's more readable.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3B1010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7B1010"/>
                </a:solidFill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map, filter, reduce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CBC"/>
                </a:solidFill>
              </a:rPr>
              <a:t>Apply functions across iterables — functional style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B91"/>
                </a:solidFill>
              </a:rPr>
              <a:t>Python for Data Science &amp; AI  |  Module 1.6 — Functional Python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map() and filter() — Transform &amp; Select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3, 4, 5, 6, 7, 8]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map() — apply function to every element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squared = list(map(lambda x: x**2, nums))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4, 9, 16, 25, 36, 49, 64]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 — keep elements where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list(filter(lambda x: x % 2 == 0, nums))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[2, 4, 6, 8]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Equivalent list comprehensions (more Pythonic)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squared = [x**2 for x in nums]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  = [x for x in nums if x % 2 == 0]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with multiple iterables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list(map(lambda x,y: x+y, [1,2,3], [10,20,30]))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List comprehensions are generally preferred over map/filter in Python for clarity. Use map for large sequences.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reduce() — Aggregate / Fold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3, 4, 5]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 using reduce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reduce(lambda acc, x: acc + x, nums)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1+2=3, 3+3=6, 6+4=10, 10+5=15  → 15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 using reduce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reduce(lambda a, b: a * b, nums)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120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initial 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reduce(lambda a, b: a + b, nums, 100)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starts at 100 → 115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max without built-in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 = reduce(lambda a, b: a if a &gt; b else b, nums)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reduce() accumulates a result by applying a function left-to-right across a sequence. Imported from functools.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3B1010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7B1010"/>
                </a:solidFill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Closures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CBC"/>
                </a:solidFill>
              </a:rPr>
              <a:t>Functions remembering their enclosing scope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B91"/>
                </a:solidFill>
              </a:rPr>
              <a:t>Python for Data Science &amp; AI  |  Module 1.6 — Functional Python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Closures — Functions with Memory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make_counter(start=0):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[start]        # mutable container trick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counter():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count[0] +=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count[0]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counter         # returns inner function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counter_a = make_counter(0)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counter_b = make_counter(10)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print(counter_a())   #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print(counter_a())   #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print(counter_b())   # 11  (separate state!)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Factory function pattern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multiplier(n):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lambda x: x *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= multiplier(2)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print(double(5))     # 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Closures are the foundation of decorators. The inner function 'closes over' variables from the outer scope.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3B1010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7B1010"/>
                </a:solidFill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Decorators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CBC"/>
                </a:solidFill>
              </a:rPr>
              <a:t>@decorator syntax · Wrapping functions · functools.wraps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B91"/>
                </a:solidFill>
              </a:rPr>
              <a:t>Python for Data Science &amp; AI  |  Module 1.6 — Functional Python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Decorators — Wrapping Functions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functools, time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timer(func):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@functools.wraps(func)    # preserve metadata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time.time()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= time.time()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print(f'{func.__name__} took {end-start:.4f}s')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@timer                         # syntactic sugar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slow_sum(n):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sum(range(n))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slow_sum(1000000)   # slow_sum took 0.0293s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@timer is equivalent to slow_sum = timer(slow_sum). Always use @functools.wraps to preserve docstrings &amp; name.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Decorators with Arguments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repeat(n):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decorator(func):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@functools.wraps(func)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wrapper(*args, **kwargs):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_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 = func(*args, **kwargs)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result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wrapper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hello(name):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print(f'Hello, {name}!')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hello('Alice')  # prints 3 times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Common built-in decorators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@staticmethod  @classmethod  @property  @dataclass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Parameterized decorators require a 3-level nesting: outer(params) → decorator(func) → wrapper(*args).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3B1010"/>
          </a:solidFill>
          <a:ln w="12700">
            <a:solidFill>
              <a:srgbClr val="3B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7B1010"/>
                </a:solidFill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Generators &amp; Itertools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CBC"/>
                </a:solidFill>
              </a:rPr>
              <a:t>yield, generator expressions, lazy evaluation, itertools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B91"/>
                </a:solidFill>
              </a:rPr>
              <a:t>Python for Data Science &amp; AI  |  Module 1.6 — Functional Python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Generators — Memory-Efficient Sequences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function (uses yield)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fibonacci():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a          # pause and produce 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 = fibonacci()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print([next(fib) for _ in range(8)])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1, 1, 2, 3, 5, 8, 13]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expression (like list comprehension)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(x**2 for x in range(1000000))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NO list — values generated on demand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 # 0  (first value only)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print(sum(gen))     # rest of values — memory efficient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Generator expressions use () instead of []. They're lazy — great for large data pipelines. Use yield from to delegate.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itertools — Powerful Iteration Tools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chain, product, combinations,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groupby, islice, cycle, count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chain — combine iterables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list(chain([1,2], [3,4], [5]))   # [1,2,3,4,5]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islice — lazy slicing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first_5 = list(islice(count(1), 5))  # [1,2,3,4,5]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combinations &amp; product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list(combinations('AB', 2))     # [('A','B')]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list(product([1,2], ['a','b'])) # cartesian product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groupby — group consecutive equal elements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[('a',1),('a',2),('b',3)]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group in groupby(data, lambda x: x[0]):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CC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print(key, list(group))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010"/>
                </a:solidFill>
              </a:rPr>
              <a:t>💡  itertools operates lazily — no lists are created until consumed. Essential for memory-efficient data 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Imperative vs Functional Style — Side by Side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4114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🔴  Imperative Style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evens, square them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[1,2,3,4,5,6]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nums: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 % 2 ==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result.append(n**2)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words: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w in counts: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counts[w]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counts[w] =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023360" cy="4114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402336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777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🟢  Functional Style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evens, square them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[1,2,3,4,5,6]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[n**2 for n in nums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n % 2 == 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Counter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Counter(words)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style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reduce(lambda a,b: a+b,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filter(lambda x: x&gt;0, nums))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1.6 — Functional Python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3B101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Lambda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</a:rPr>
              <a:t>lambda args: expr — Anonymous single-expression functions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3B101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map / filter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</a:rPr>
              <a:t>Apply/select across iterables. List comprehensions are often more readable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691640"/>
          </a:xfrm>
          <a:prstGeom prst="rect">
            <a:avLst/>
          </a:prstGeom>
          <a:solidFill>
            <a:srgbClr val="3B101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reduce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</a:rPr>
              <a:t>functools.reduce(func, iterable) — fold left across sequence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2651760" cy="1691640"/>
          </a:xfrm>
          <a:prstGeom prst="rect">
            <a:avLst/>
          </a:prstGeom>
          <a:solidFill>
            <a:srgbClr val="3B101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Closures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</a:rPr>
              <a:t>Inner functions capture outer scope — basis for decorators &amp; factories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51760" cy="1691640"/>
          </a:xfrm>
          <a:prstGeom prst="rect">
            <a:avLst/>
          </a:prstGeom>
          <a:solidFill>
            <a:srgbClr val="3B101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Decorators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</a:rPr>
              <a:t>@decorator — wrap functions for logging, timing, auth, caching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788920"/>
            <a:ext cx="2651760" cy="1691640"/>
          </a:xfrm>
          <a:prstGeom prst="rect">
            <a:avLst/>
          </a:prstGeom>
          <a:solidFill>
            <a:srgbClr val="3B101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78892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Generators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</a:rPr>
              <a:t>yield — lazy sequences. Memory efficient for large/infinite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🎉  Foundation Track Complete — Ready for Data Science &amp; AI Modules!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2026-03-24T15:42:13Z</dcterms:created>
  <dcterms:modified xsi:type="dcterms:W3CDTF">2026-03-24T15:42:13Z</dcterms:modified>
</cp:coreProperties>
</file>