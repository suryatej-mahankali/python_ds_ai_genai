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ya Tej Mahankali" userId="ebddfd11-9556-4141-a4a7-193ecfe45699" providerId="ADAL" clId="{8522D8AF-FDE2-45D9-A288-EFE269CAF6CF}"/>
    <pc:docChg chg="modSld">
      <pc:chgData name="Surya Tej Mahankali" userId="ebddfd11-9556-4141-a4a7-193ecfe45699" providerId="ADAL" clId="{8522D8AF-FDE2-45D9-A288-EFE269CAF6CF}" dt="2026-03-26T04:09:24.349" v="51" actId="1036"/>
      <pc:docMkLst>
        <pc:docMk/>
      </pc:docMkLst>
      <pc:sldChg chg="modSp mod">
        <pc:chgData name="Surya Tej Mahankali" userId="ebddfd11-9556-4141-a4a7-193ecfe45699" providerId="ADAL" clId="{8522D8AF-FDE2-45D9-A288-EFE269CAF6CF}" dt="2026-03-25T02:53:42.925" v="11" actId="20577"/>
        <pc:sldMkLst>
          <pc:docMk/>
          <pc:sldMk cId="0" sldId="256"/>
        </pc:sldMkLst>
        <pc:spChg chg="mod">
          <ac:chgData name="Surya Tej Mahankali" userId="ebddfd11-9556-4141-a4a7-193ecfe45699" providerId="ADAL" clId="{8522D8AF-FDE2-45D9-A288-EFE269CAF6CF}" dt="2026-03-25T02:53:42.925" v="11" actId="20577"/>
          <ac:spMkLst>
            <pc:docMk/>
            <pc:sldMk cId="0" sldId="256"/>
            <ac:spMk id="5" creationId="{00000000-0000-0000-0000-000000000000}"/>
          </ac:spMkLst>
        </pc:spChg>
      </pc:sldChg>
      <pc:sldChg chg="addSp modSp mod">
        <pc:chgData name="Surya Tej Mahankali" userId="ebddfd11-9556-4141-a4a7-193ecfe45699" providerId="ADAL" clId="{8522D8AF-FDE2-45D9-A288-EFE269CAF6CF}" dt="2026-03-26T04:09:24.349" v="51" actId="1036"/>
        <pc:sldMkLst>
          <pc:docMk/>
          <pc:sldMk cId="0" sldId="260"/>
        </pc:sldMkLst>
        <pc:spChg chg="mod">
          <ac:chgData name="Surya Tej Mahankali" userId="ebddfd11-9556-4141-a4a7-193ecfe45699" providerId="ADAL" clId="{8522D8AF-FDE2-45D9-A288-EFE269CAF6CF}" dt="2026-03-26T04:09:16.311" v="26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Surya Tej Mahankali" userId="ebddfd11-9556-4141-a4a7-193ecfe45699" providerId="ADAL" clId="{8522D8AF-FDE2-45D9-A288-EFE269CAF6CF}" dt="2026-03-26T04:09:24.349" v="51" actId="1036"/>
          <ac:spMkLst>
            <pc:docMk/>
            <pc:sldMk cId="0" sldId="260"/>
            <ac:spMk id="3" creationId="{00000000-0000-0000-0000-000000000000}"/>
          </ac:spMkLst>
        </pc:spChg>
        <pc:spChg chg="mod">
          <ac:chgData name="Surya Tej Mahankali" userId="ebddfd11-9556-4141-a4a7-193ecfe45699" providerId="ADAL" clId="{8522D8AF-FDE2-45D9-A288-EFE269CAF6CF}" dt="2026-03-25T02:56:03.269" v="16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Surya Tej Mahankali" userId="ebddfd11-9556-4141-a4a7-193ecfe45699" providerId="ADAL" clId="{8522D8AF-FDE2-45D9-A288-EFE269CAF6CF}" dt="2026-03-25T02:56:13.259" v="18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Surya Tej Mahankali" userId="ebddfd11-9556-4141-a4a7-193ecfe45699" providerId="ADAL" clId="{8522D8AF-FDE2-45D9-A288-EFE269CAF6CF}" dt="2026-03-25T02:56:03.269" v="16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Surya Tej Mahankali" userId="ebddfd11-9556-4141-a4a7-193ecfe45699" providerId="ADAL" clId="{8522D8AF-FDE2-45D9-A288-EFE269CAF6CF}" dt="2026-03-25T02:56:33.324" v="24" actId="1035"/>
          <ac:spMkLst>
            <pc:docMk/>
            <pc:sldMk cId="0" sldId="260"/>
            <ac:spMk id="19" creationId="{00000000-0000-0000-0000-000000000000}"/>
          </ac:spMkLst>
        </pc:spChg>
        <pc:spChg chg="mod">
          <ac:chgData name="Surya Tej Mahankali" userId="ebddfd11-9556-4141-a4a7-193ecfe45699" providerId="ADAL" clId="{8522D8AF-FDE2-45D9-A288-EFE269CAF6CF}" dt="2026-03-25T02:56:27.047" v="19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Surya Tej Mahankali" userId="ebddfd11-9556-4141-a4a7-193ecfe45699" providerId="ADAL" clId="{8522D8AF-FDE2-45D9-A288-EFE269CAF6CF}" dt="2026-03-25T02:56:27.047" v="19" actId="1076"/>
          <ac:spMkLst>
            <pc:docMk/>
            <pc:sldMk cId="0" sldId="260"/>
            <ac:spMk id="21" creationId="{00000000-0000-0000-0000-000000000000}"/>
          </ac:spMkLst>
        </pc:spChg>
        <pc:spChg chg="add mod">
          <ac:chgData name="Surya Tej Mahankali" userId="ebddfd11-9556-4141-a4a7-193ecfe45699" providerId="ADAL" clId="{8522D8AF-FDE2-45D9-A288-EFE269CAF6CF}" dt="2026-03-25T02:55:47.857" v="14" actId="571"/>
          <ac:spMkLst>
            <pc:docMk/>
            <pc:sldMk cId="0" sldId="260"/>
            <ac:spMk id="22" creationId="{9E43ED0C-6D4E-2345-2D76-4EB7E7154AD7}"/>
          </ac:spMkLst>
        </pc:spChg>
        <pc:spChg chg="add mod">
          <ac:chgData name="Surya Tej Mahankali" userId="ebddfd11-9556-4141-a4a7-193ecfe45699" providerId="ADAL" clId="{8522D8AF-FDE2-45D9-A288-EFE269CAF6CF}" dt="2026-03-25T02:55:47.857" v="14" actId="571"/>
          <ac:spMkLst>
            <pc:docMk/>
            <pc:sldMk cId="0" sldId="260"/>
            <ac:spMk id="23" creationId="{64D8691D-9504-D929-5476-BB6FCC1B8D1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5666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7C3AED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0"/>
            <a:ext cx="137160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to code. Build amazing things. Change the world.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Python?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82880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3931920" cy="4572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Definition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high-level programming language created for simplicity and readability.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1828800"/>
            <a:ext cx="3931920" cy="4572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212080" y="2148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Python?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212080" y="292608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syntax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learn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powerful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Huge community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libraries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Getting Started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828800" cy="7315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2011680"/>
            <a:ext cx="2743200" cy="4114800"/>
          </a:xfrm>
          <a:prstGeom prst="roundRect">
            <a:avLst>
              <a:gd name="adj" fmla="val 6667"/>
            </a:avLst>
          </a:prstGeom>
          <a:solidFill>
            <a:srgbClr val="0EA5E9">
              <a:alpha val="10000"/>
            </a:srgbClr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417320" y="1600200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41732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from python.org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2011680"/>
            <a:ext cx="2743200" cy="4114800"/>
          </a:xfrm>
          <a:prstGeom prst="roundRect">
            <a:avLst>
              <a:gd name="adj" fmla="val 6667"/>
            </a:avLst>
          </a:prstGeom>
          <a:solidFill>
            <a:srgbClr val="7C3AED">
              <a:alpha val="10000"/>
            </a:srgbClr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343400" y="160020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34340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74720" y="2468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4720" y="329184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code in your editor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2743200" cy="4114800"/>
          </a:xfrm>
          <a:prstGeom prst="roundRect">
            <a:avLst>
              <a:gd name="adj" fmla="val 6667"/>
            </a:avLst>
          </a:prstGeom>
          <a:solidFill>
            <a:srgbClr val="10B981">
              <a:alpha val="10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269480" y="160020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26948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400800" y="2468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0" y="329184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your program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Memory &amp; Variables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82880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3931920" cy="4572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Memory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computer's memory is like a notebook.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stores data in boxes called variables.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1828800"/>
            <a:ext cx="3931920" cy="4572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212080" y="2148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Variables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212080" y="292608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"Alice"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25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Labeled boxes that store your data.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5000" b="1" dirty="0">
              <a:solidFill>
                <a:srgbClr val="1E293B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l">
              <a:buNone/>
            </a:pPr>
            <a:r>
              <a:rPr lang="en-US" sz="5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 in the Real World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548640" y="1569720"/>
            <a:ext cx="182880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2651760" cy="1828800"/>
          </a:xfrm>
          <a:prstGeom prst="roundRect">
            <a:avLst>
              <a:gd name="adj" fmla="val 10000"/>
            </a:avLst>
          </a:prstGeom>
          <a:solidFill>
            <a:srgbClr val="7C3AED">
              <a:alpha val="15000"/>
            </a:srgbClr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Machine Learning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828800"/>
            <a:ext cx="2651760" cy="1828800"/>
          </a:xfrm>
          <a:prstGeom prst="roundRect">
            <a:avLst>
              <a:gd name="adj" fmla="val 10000"/>
            </a:avLst>
          </a:prstGeom>
          <a:solidFill>
            <a:srgbClr val="0EA5E9">
              <a:alpha val="15000"/>
            </a:srgbClr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383280" y="1965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83280" y="24688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931920"/>
            <a:ext cx="2651760" cy="1828800"/>
          </a:xfrm>
          <a:prstGeom prst="roundRect">
            <a:avLst>
              <a:gd name="adj" fmla="val 10000"/>
            </a:avLst>
          </a:prstGeom>
          <a:solidFill>
            <a:srgbClr val="FF6B35">
              <a:alpha val="15000"/>
            </a:srgbClr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Development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0" y="3931920"/>
            <a:ext cx="2651760" cy="1828800"/>
          </a:xfrm>
          <a:prstGeom prst="roundRect">
            <a:avLst>
              <a:gd name="adj" fmla="val 10000"/>
            </a:avLst>
          </a:prstGeom>
          <a:solidFill>
            <a:srgbClr val="10B981">
              <a:alpha val="15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383280" y="4069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383280" y="4572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Development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2" y="1828800"/>
            <a:ext cx="2651760" cy="1828800"/>
          </a:xfrm>
          <a:prstGeom prst="roundRect">
            <a:avLst>
              <a:gd name="adj" fmla="val 10000"/>
            </a:avLst>
          </a:prstGeom>
          <a:solidFill>
            <a:srgbClr val="7C3AED">
              <a:alpha val="15000"/>
            </a:srgbClr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10300" y="19888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77942" y="25222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Computing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3970020"/>
            <a:ext cx="2651760" cy="1828800"/>
          </a:xfrm>
          <a:prstGeom prst="roundRect">
            <a:avLst>
              <a:gd name="adj" fmla="val 10000"/>
            </a:avLst>
          </a:prstGeom>
          <a:solidFill>
            <a:srgbClr val="0EA5E9">
              <a:alpha val="15000"/>
            </a:srgbClr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09360" y="4145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309360" y="46482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129</Words>
  <Application>Microsoft Office PowerPoint</Application>
  <PresentationFormat>On-screen Show (16:9)</PresentationFormat>
  <Paragraphs>55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Surya Tej Mahankali</cp:lastModifiedBy>
  <cp:revision>1</cp:revision>
  <dcterms:created xsi:type="dcterms:W3CDTF">2026-03-25T02:09:44Z</dcterms:created>
  <dcterms:modified xsi:type="dcterms:W3CDTF">2026-03-26T04:09:25Z</dcterms:modified>
</cp:coreProperties>
</file>