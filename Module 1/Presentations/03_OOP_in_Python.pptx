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22960"/>
            <a:ext cx="2011680" cy="4114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22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1.3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OOP in Python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</a:rPr>
              <a:t>Classes  ·  Objects  ·  Inheritance  ·  Polymorphism  ·  Encapsulation  ·  Magic Methods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Python for Data Science &amp; AI  |  Foundation Track  |  Training Module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4 Pillars of Object-Oriented Programming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114800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51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21A8"/>
                </a:solidFill>
              </a:rPr>
              <a:t>🔒  Encapsulation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Bundle data &amp; methods, hide internal state using private attributes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4114800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51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21A8"/>
                </a:solidFill>
              </a:rPr>
              <a:t>🎭  Abstraction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Show only essential features, hide implementation complexity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4114800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154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21A8"/>
                </a:solidFill>
              </a:rPr>
              <a:t>🧬  Inheritance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Child classes extend/override parent class behavior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26080"/>
            <a:ext cx="4114800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154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21A8"/>
                </a:solidFill>
              </a:rPr>
              <a:t>🔄  Polymorphism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703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Same interface, different implementations across types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6400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6B21A8"/>
                </a:solidFill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Classes &amp; Objects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B5FD"/>
                </a:solidFill>
              </a:rPr>
              <a:t>__init__, self, instance vs class attributes, methods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Python for Data Science &amp; AI  |  Module 1.3 — OOP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Defining a Class — Blueprint for Objects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3111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bank_name = 'PyBank'         # class attribute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owner, balance=0):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self.owner = owner       # instance attribute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= balance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deposit(self,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+= amount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self.balance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Creating objects (instances)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BankAccount('Alice', 1000)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acc.deposit(500)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print(acc.balance)   # 1500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69"/>
                </a:solidFill>
              </a:rPr>
              <a:t>💡  self refers to the calling instance. Class attributes are shared; instance attributes are per-object.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6400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6B21A8"/>
                </a:solidFill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Inheritance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B5FD"/>
                </a:solidFill>
              </a:rPr>
              <a:t>super(), method overriding, isinstance, multiple inheritance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Python for Data Science &amp; AI  |  Module 1.3 — OOP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Inheritance — Extending Base Classes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3111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'Some sound'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Dog(Animal):           # inherits Animal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         # method override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f'{self.name} says Woof!'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Cat(Animal):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f'{self.name} says Meow!'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Dog('Rex')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print(d.speak())             # Rex says Woof!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69"/>
                </a:solidFill>
              </a:rPr>
              <a:t>💡  Use super().__init__() to call parent constructor. isinstance(d, Animal) returns True — Dog IS-A Animal.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super() &amp; Multiple Inheritance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3111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Vehicle: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brand):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self.brand = brand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Electric: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charge(self):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'Charging...'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Tesla(Vehicle, Electric):  # multiple inheritance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brand, model):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super().__init__(brand)  # calls Vehicle.__init__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self.model = model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Tesla('Tesla', 'Model 3')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print(t.brand, t.model)          # Tesla  Model 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print(t.charge())                # Charging...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69"/>
                </a:solidFill>
              </a:rPr>
              <a:t>💡  Python uses MRO (Method Resolution Order) with C3 linearization. Check it with ClassName.__mro__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6400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6B21A8"/>
                </a:solidFill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Encapsulation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B5FD"/>
                </a:solidFill>
              </a:rPr>
              <a:t>Private attributes, name mangling, properties, getters/setters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Python for Data Science &amp; AI  |  Module 1.3 — OOP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Encapsulation — Access Control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3111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age):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          # public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self._score = 0           # protected (convention)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self.__secret = 'hidden'  # private (name mangling)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age(self):               # getter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self._age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@age.setter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age(self, value):        # setter with validation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value &lt; 0: raise ValueError('Age cannot be negative')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self._age = value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69"/>
                </a:solidFill>
              </a:rPr>
              <a:t>💡  __ prefix triggers name mangling → _ClassName__attr. Use @property for controlled access to attributes.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6400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6B21A8"/>
                </a:solidFill>
              </a:rPr>
              <a:t>04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Polymorphism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B5FD"/>
                </a:solidFill>
              </a:rPr>
              <a:t>Duck typing, method overriding, operator overloading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Python for Data Science &amp; AI  |  Module 1.3 — OOP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Polymorphism — Same Interface, Different Behavior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3111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Shape: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 pass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Circle(Shape):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r): self.r = 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 return 3.14 * self.r ** 2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Rectangle(Shape):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w, h): self.w, self.h = w, 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 return self.w * self.h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Polymorphic function — works for any Shape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shapes = [Circle(5), Rectangle(4, 6)]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shape in shapes: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print(shape.area())    # 78.5  |  24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69"/>
                </a:solidFill>
              </a:rPr>
              <a:t>💡  Duck typing: 'If it walks like a duck and quacks like a duck, it's a duck.' Python checks behavior, not type.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6400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6B21A8"/>
                </a:solidFill>
              </a:rPr>
              <a:t>05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Magic / Dunder Methods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B5FD"/>
                </a:solidFill>
              </a:rPr>
              <a:t>__str__, __repr__, __len__, __add__, __eq__ and more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Python for Data Science &amp; AI  |  Module 1.3 — OOP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Dunder Methods — Operator Overloading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3111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Vector: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x, y):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self.x, self.y = x, y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__repr__(self):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f'Vector({self.x}, {self.y})'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__add__(self, other):      # v1 + v2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Vector(self.x+other.x, self.y+other.y)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__len__(self):             # len(v)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int((self.x**2 + self.y**2)**0.5)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v1, v2 = Vector(1,2), Vector(3,4)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print(v1 + v2)    # Vector(4, 6)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print(len(v1))    # 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69"/>
                </a:solidFill>
              </a:rPr>
              <a:t>💡  __str__ is for users (print), __repr__ is for developers (debug). Always implement __repr__ at minimum.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Module 1.3 — OOP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73736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Class &amp; Object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</a:rPr>
              <a:t>Blueprint vs Instance. self, __init__, attributes, methods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73736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651760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Inheritance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600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</a:rPr>
              <a:t>super(), override, isinstance(), MRO, multiple inheritance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51760" cy="173736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60120"/>
            <a:ext cx="2651760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Encapsulation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600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</a:rPr>
              <a:t>Public, Protected, Private. @property decorators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2651760" cy="173736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2651760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Polymorphism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</a:rPr>
              <a:t>Duck typing, method overriding, operator overloading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651760" cy="173736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2651760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Magic Methods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520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D5FF"/>
                </a:solidFill>
              </a:rPr>
              <a:t>__init__, __str__, __repr__, __add__, __len__, __eq__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Next: Module 1.4 — File Handling &amp; Exceptions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in Python</dc:title>
  <dc:subject>PptxGenJS Presentation</dc:subject>
  <dc:creator>PptxGenJS</dc:creator>
  <cp:lastModifiedBy>PptxGenJS</cp:lastModifiedBy>
  <cp:revision>1</cp:revision>
  <dcterms:created xsi:type="dcterms:W3CDTF">2026-03-24T15:38:23Z</dcterms:created>
  <dcterms:modified xsi:type="dcterms:W3CDTF">2026-03-24T15:38:23Z</dcterms:modified>
</cp:coreProperties>
</file>