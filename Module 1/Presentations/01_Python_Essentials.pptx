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1828800" cy="18288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474720"/>
            <a:ext cx="1097280" cy="10972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822960"/>
            <a:ext cx="2011680" cy="411480"/>
          </a:xfrm>
          <a:prstGeom prst="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22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1.1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Essentials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· Data Types · Operators · Control Flow · Functions · Scope · Unpacking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DF4"/>
                </a:solidFill>
              </a:rPr>
              <a:t>Python for Data Science &amp; AI  |  Foundation Track  |  Training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You'll Learn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27432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Variables &amp; Data Types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27432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Operators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14400"/>
            <a:ext cx="27432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Control Flow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27432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Functions &amp; Scope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834640"/>
            <a:ext cx="27432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063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3460"/>
                </a:solidFill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91840" y="3611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Unpacking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</a:rPr>
              <a:t>How Python stores and manages 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Variables — Naming &amp; Assignment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91440" cy="69494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9611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Dynamic Typing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19786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Python automatically infers the type: x = 10 (int), x = 'hello' (str), x = 3.14 (float)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73352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73352"/>
            <a:ext cx="91440" cy="69494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70078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Multiple Assignment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00253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Assign multiple variables at once: a, b, c = 1, 2, 3 or x = y = z =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78024"/>
            <a:ext cx="91440" cy="69494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054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Naming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80720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Must start with letter/underscore. Case-sensitive. Avoid reserved keywords like if, for, while, def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8412480" cy="6949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82696"/>
            <a:ext cx="91440" cy="69494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1012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type() &amp; id()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Check variable type with type(x) and memory address with id(x)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Data Types — Examples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Numeric Types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                    # 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19.99               # float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 = 3 + 4j               # complex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Text &amp; Boolean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'Alice'              # str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 = True            # bool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= None              # NoneType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 conversion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int('42')              # str → 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str(100)               # int → str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4210"/>
                </a:solidFill>
              </a:rPr>
              <a:t>💡  Python has no explicit type declaration — the interpreter infers types at runtime.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</a:rPr>
              <a:t>Arithmetic, Comparison, Logical, Bitwise &amp; Assignment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Operators — All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Arithmetic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// 3    # Floor division →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** 2    # Power →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10 % 3     # Modulo → 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Comparison (return bool)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 == 5)   #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print(5 != 3)   # True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and False)  # False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or False)   #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True)        # False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Walrus operator (Python 3.8+)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 := len('hello'): print(n)  #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4210"/>
                </a:solidFill>
              </a:rPr>
              <a:t>💡  The walrus operator := assigns and returns value in a single expression — great for while loops.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</a:rPr>
              <a:t>if/elif/else, for loops, while loops, break/continue/pass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Control Flow — if/elif/else &amp; Loops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/ elif / else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    grade = 'A'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  grade = 'B'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  grade = 'C'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loop with range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6):   # 1 to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end=' ')   # 1 2 3 4 5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with break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3: break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+=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4210"/>
                </a:solidFill>
              </a:rPr>
              <a:t>💡  Use 'break' to exit a loop, 'continue' to skip current iteration, and 'pass' as a placeholder.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</a:rPr>
              <a:t>def, return, *args, **kwargs, lambda, global/local scope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Functions — Definition, Arguments &amp; Scope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greeting='Hello'):  # default arg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f'{greeting}, {name}!'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*args and **kwargs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total(*nums):         # variable args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sum(nums)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describe(**info):     # keyword args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info.items():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print(f'{k}: {v}')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Scope - LEGB Rule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'global'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9F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change():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'modified'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4210"/>
                </a:solidFill>
              </a:rPr>
              <a:t>💡  LEGB Rule: Python looks up names in Local → Enclosing → Global → Built-in scope order.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</a:rPr>
              <a:t>Tuple/list unpacking, * operator, swap variables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Unpacking — Elegant Variable Assignment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3383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960120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unpacking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 = (1, 2,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*rest = [1, 2, 3, 4, 5]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first=1, rest=[2, 3, 4, 5]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Swap variables (Pythonic!)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10,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y, x    # x=20, y=10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Ignore values with 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second, *_ = (1, 2, 3, 4, 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print(second)  # 2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CB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Unpack in function calls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[1, 2, 3]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print(*nums)   # prints: 1 2 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4297680"/>
            <a:ext cx="91440" cy="64008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44210"/>
                </a:solidFill>
              </a:rPr>
              <a:t>💡  Unpacking makes Python code elegant — use it to swap, extract, and pass values cleanly.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Module 1.1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463040" cy="3474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146304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Variables &amp;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48256" y="1005840"/>
            <a:ext cx="1463040" cy="3474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48256" y="1005840"/>
            <a:ext cx="146304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48256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30752" y="1005840"/>
            <a:ext cx="1463040" cy="3474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1005840"/>
            <a:ext cx="146304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30752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Control 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13248" y="1005840"/>
            <a:ext cx="1463040" cy="3474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13248" y="1005840"/>
            <a:ext cx="146304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9" name="Text 17"/>
          <p:cNvSpPr/>
          <p:nvPr/>
        </p:nvSpPr>
        <p:spPr>
          <a:xfrm>
            <a:off x="5413248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13248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Functions &amp; Scope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95744" y="1005840"/>
            <a:ext cx="1463040" cy="3474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95744" y="1005840"/>
            <a:ext cx="146304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3" name="Text 21"/>
          <p:cNvSpPr/>
          <p:nvPr/>
        </p:nvSpPr>
        <p:spPr>
          <a:xfrm>
            <a:off x="7095744" y="1371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4560"/>
                </a:solidFill>
              </a:rPr>
              <a:t>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095744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Unpacking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EC0"/>
                </a:solidFill>
              </a:rPr>
              <a:t>Next: Module 1.2 — Data Structures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Essentials</dc:title>
  <dc:subject>PptxGenJS Presentation</dc:subject>
  <dc:creator>PptxGenJS</dc:creator>
  <cp:lastModifiedBy>PptxGenJS</cp:lastModifiedBy>
  <cp:revision>1</cp:revision>
  <dcterms:created xsi:type="dcterms:W3CDTF">2026-03-24T15:35:52Z</dcterms:created>
  <dcterms:modified xsi:type="dcterms:W3CDTF">2026-03-24T15:35:52Z</dcterms:modified>
</cp:coreProperties>
</file>